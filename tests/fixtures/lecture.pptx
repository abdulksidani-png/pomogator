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Ancient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Lecture 3</a:t>
            </a:r>
          </a:p>
          <a:p>
            <a:r>
              <a:t>From the Presocratics to Aristotle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Presocratics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Thales: everything is water</a:t>
            </a:r>
          </a:p>
          <a:p>
            <a:r>
              <a:t>Heraclitus: everything flows</a:t>
            </a:r>
          </a:p>
          <a:p>
            <a:r>
              <a:t>Parmenides: change is an illusion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Socrates and the Elenchus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Socratic method of questioning</a:t>
            </a:r>
          </a:p>
          <a:p>
            <a:r>
              <a:t>Know thyself</a:t>
            </a:r>
          </a:p>
          <a:p>
            <a:r>
              <a:t>The unexamined life is not worth living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Plato: The Theory of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Forms are perfect abstract realities</a:t>
            </a:r>
          </a:p>
          <a:p>
            <a:r>
              <a:t>The allegory of the cave</a:t>
            </a:r>
          </a:p>
          <a:p>
            <a:r>
              <a:t>Justice in the Republic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Plato vs Aristotle on the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Aristotle rejected separate Forms</a:t>
            </a:r>
          </a:p>
          <a:p>
            <a:r>
              <a:t>Form exists in matter</a:t>
            </a:r>
          </a:p>
          <a:p>
            <a:r>
              <a:t>Hylomorphism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Aristotle: Virtue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Eudaimonia is the highest good</a:t>
            </a:r>
          </a:p>
          <a:p>
            <a:r>
              <a:t>Virtue is a mean between extremes</a:t>
            </a:r>
          </a:p>
          <a:p>
            <a:r>
              <a:t>Habituation builds character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Hellenistic Schools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Stoicism</a:t>
            </a:r>
          </a:p>
          <a:p>
            <a:r>
              <a:t>Epicureanism</a:t>
            </a:r>
          </a:p>
          <a:p>
            <a:r>
              <a:t>Skepticism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